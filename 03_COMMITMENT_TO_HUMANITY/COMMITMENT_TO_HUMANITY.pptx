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MPPT_ALGORITHMS | Category: SOLAR</a:t>
            </a:r>
          </a:p>
          <a:p>
            <a:r>
              <a:rPr sz="1400"/>
              <a:t>Upstream: https://github.com/nicedoc/MPPT-algorithms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MPPT_ALGORITHMS.</a:t>
            </a:r>
          </a:p>
          <a:p>
            <a:r>
              <a:rPr sz="1400"/>
              <a:t>MPPT algorithms for solar charge controllers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MPPT_ALGORITHMS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